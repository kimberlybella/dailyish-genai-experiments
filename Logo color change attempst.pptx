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7"/>
  </p:normalViewPr>
  <p:slideViewPr>
    <p:cSldViewPr snapToGrid="0">
      <p:cViewPr varScale="1">
        <p:scale>
          <a:sx n="93" d="100"/>
          <a:sy n="93" d="100"/>
        </p:scale>
        <p:origin x="208" y="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44281-D84E-0E7B-0795-FBC20D5A84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65C60B-CDAA-4F4F-276C-5AB2FD001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07AE42-9CF5-C605-D9B1-A30BC469B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37B6-4D2A-2541-9D1E-609E1CF66A8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D0DDE-AE33-F97D-01AE-D38CE5748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90DB64-837B-24D8-D3DA-13A1841C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9DE0-D99A-3F41-A317-F7C0CA4A5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213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A5BA-2285-72C5-DF0C-9F61D2A90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1E470-502C-32CC-C5A1-30E724535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D08B66-0A04-C68A-E49C-3F3C39267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37B6-4D2A-2541-9D1E-609E1CF66A8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B88A3-2738-E25B-9452-BA6E4B059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EFC3A4-F2A8-5F6D-DB13-13A60A2E6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9DE0-D99A-3F41-A317-F7C0CA4A5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680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96A26-7023-FAE1-717B-02B78A22D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398C6-635F-0D65-7795-4A753BF2D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2C1E1-F357-393D-84B4-1BB065023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37B6-4D2A-2541-9D1E-609E1CF66A8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12F6B-495F-D47B-F8C2-B86B94AE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CFC65-2872-2D15-8755-8D21AC193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9DE0-D99A-3F41-A317-F7C0CA4A5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9615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765CF-A804-E0BB-9FE2-3732BC29D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5DB42-63C8-88C0-23CB-F935AC3D4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52AD5-5310-1B11-50F9-BA6509C5D3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C6597-A85D-F395-6B4E-3CAAEEE11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37B6-4D2A-2541-9D1E-609E1CF66A8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E14BD-5E9A-A476-0694-63D489341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10270-1713-7DD7-AD5E-37E8C429F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9DE0-D99A-3F41-A317-F7C0CA4A5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5308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D0F50-C208-39CE-35FA-942B9C43C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91BF4-12F8-B5E5-E79A-39EC422089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50B323-57D1-35F9-0F54-D03907EA7E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14858-48FF-914D-B989-5FC8C1349E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B0B564-22AA-1035-827A-6893D79D7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16D9E-3B6C-4647-593C-13B2B414C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37B6-4D2A-2541-9D1E-609E1CF66A8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224923-AB01-A216-DA60-787CDEA55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2FBF8-5DAF-08A4-BCB2-78C5A9CE2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9DE0-D99A-3F41-A317-F7C0CA4A5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752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8CD2E-442F-C215-B90E-18224E737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08953-EEFD-C460-0C21-A9FC600FA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37B6-4D2A-2541-9D1E-609E1CF66A8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F564D-CADF-8462-EE8E-F2389178B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9B79D-0623-9D1A-0D9A-08ABEAAB2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9DE0-D99A-3F41-A317-F7C0CA4A5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88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62873-582B-B777-CF98-AC560DAC1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37B6-4D2A-2541-9D1E-609E1CF66A8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1662DC-6396-372D-8529-02634AC4C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4899C-8AA4-13EA-1348-47FE6EF82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9DE0-D99A-3F41-A317-F7C0CA4A5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66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01D29-D9FE-EE4C-3A80-6E05600ED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B65CA-8F39-7223-736E-D97DF03FA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67051-D2FA-5060-E341-35718770B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A7E795-E4EA-F6F2-F518-A5C3A85CE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37B6-4D2A-2541-9D1E-609E1CF66A8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CE556-2EB3-0C77-C04C-BE0D85152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91DD2E-2EE6-828B-8C7C-952951FE8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9DE0-D99A-3F41-A317-F7C0CA4A5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047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F03B7-5F56-4474-76C4-BF1F30243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24DEC5-D737-B29A-76B4-2348A69F3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C9812B-23F2-94AA-E900-395D44DC3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23AA0-21BB-7CF4-6DF2-01D632BC1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37B6-4D2A-2541-9D1E-609E1CF66A8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6A902-A016-101F-366E-8CC29D885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CA28EB-C527-9F3A-E249-A87D081D6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9DE0-D99A-3F41-A317-F7C0CA4A5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81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4908D-42BF-96F1-A57D-22E22104C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BD695-5CC4-AB0B-C2F1-8DC54520D5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6F7D4-1CC5-B7B0-EC94-A2622684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37B6-4D2A-2541-9D1E-609E1CF66A8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94507-EEA5-53EE-6151-233F21A2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4A6A7-4DEF-6905-96E4-6B4307E0D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9DE0-D99A-3F41-A317-F7C0CA4A5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313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9058C-8895-4939-4EB3-2062153EAB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869999-3A8B-8B7A-BA77-5E3654E6F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E3EC6-8A6E-5D62-2355-7D72F7D7E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337B6-4D2A-2541-9D1E-609E1CF66A8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DB91A-FAC9-4B96-F135-EA8C9942F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6ED01-2344-7FEA-E9E4-EE2DAB13E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F9DE0-D99A-3F41-A317-F7C0CA4A5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36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42D24-0F1B-C9E5-7857-722E22148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810638-E51E-6227-9E3D-6C871B830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F150C8-5966-AE33-97EC-36A270F2E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1337B6-4D2A-2541-9D1E-609E1CF66A81}" type="datetimeFigureOut">
              <a:rPr lang="en-US" smtClean="0"/>
              <a:t>1/12/26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4BFEF-9C6E-0E9F-F39F-F000DE809C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5DA8B-CF6A-7473-3756-509AED91D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4F9DE0-D99A-3F41-A317-F7C0CA4A55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333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ine art of a robot with a light bulb above its head&#10;&#10;AI-generated content may be incorrect.">
            <a:extLst>
              <a:ext uri="{FF2B5EF4-FFF2-40B4-BE49-F238E27FC236}">
                <a16:creationId xmlns:a16="http://schemas.microsoft.com/office/drawing/2014/main" id="{8F312A7B-F697-DFD2-B455-09BB92A3B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2540" l="9893" r="89840">
                        <a14:foregroundMark x1="25668" y1="16349" x2="25668" y2="16349"/>
                        <a14:foregroundMark x1="19251" y1="28095" x2="19251" y2="28095"/>
                        <a14:foregroundMark x1="47861" y1="11429" x2="47861" y2="11429"/>
                        <a14:foregroundMark x1="72193" y1="14762" x2="72193" y2="14762"/>
                        <a14:foregroundMark x1="80749" y1="28730" x2="80749" y2="28730"/>
                        <a14:foregroundMark x1="74599" y1="92540" x2="74599" y2="92540"/>
                        <a14:foregroundMark x1="37433" y1="62063" x2="37433" y2="62063"/>
                        <a14:foregroundMark x1="57754" y1="62063" x2="57754" y2="62063"/>
                        <a14:foregroundMark x1="52139" y1="70794" x2="52139" y2="70794"/>
                        <a14:foregroundMark x1="47861" y1="69683" x2="47861" y2="69683"/>
                        <a14:foregroundMark x1="47861" y1="70000" x2="47861" y2="70000"/>
                        <a14:foregroundMark x1="18717" y1="70476" x2="18717" y2="704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908550" y="1428750"/>
            <a:ext cx="2374900" cy="4000500"/>
          </a:xfrm>
          <a:prstGeom prst="rect">
            <a:avLst/>
          </a:prstGeom>
        </p:spPr>
      </p:pic>
      <p:pic>
        <p:nvPicPr>
          <p:cNvPr id="6" name="Picture 5" descr="A black and white line art of a robot with a light bulb above its head&#10;&#10;AI-generated content may be incorrect.">
            <a:extLst>
              <a:ext uri="{FF2B5EF4-FFF2-40B4-BE49-F238E27FC236}">
                <a16:creationId xmlns:a16="http://schemas.microsoft.com/office/drawing/2014/main" id="{2E18B2CC-2B68-13FF-A13D-903DB262B1D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2540" l="9893" r="89840">
                        <a14:foregroundMark x1="25668" y1="16349" x2="25668" y2="16349"/>
                        <a14:foregroundMark x1="19251" y1="28095" x2="19251" y2="28095"/>
                        <a14:foregroundMark x1="47861" y1="11429" x2="47861" y2="11429"/>
                        <a14:foregroundMark x1="72193" y1="14762" x2="72193" y2="14762"/>
                        <a14:foregroundMark x1="80749" y1="28730" x2="80749" y2="28730"/>
                        <a14:foregroundMark x1="74599" y1="92540" x2="74599" y2="92540"/>
                        <a14:foregroundMark x1="37433" y1="62063" x2="37433" y2="62063"/>
                        <a14:foregroundMark x1="57754" y1="62063" x2="57754" y2="62063"/>
                        <a14:foregroundMark x1="52139" y1="70794" x2="52139" y2="70794"/>
                        <a14:foregroundMark x1="47861" y1="69683" x2="47861" y2="69683"/>
                        <a14:foregroundMark x1="47861" y1="70000" x2="47861" y2="70000"/>
                        <a14:foregroundMark x1="18717" y1="70476" x2="18717" y2="704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595" y="1273984"/>
            <a:ext cx="2374900" cy="400050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221533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4799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Kimberly Bella</dc:creator>
  <cp:lastModifiedBy>Kimberly Bella</cp:lastModifiedBy>
  <cp:revision>1</cp:revision>
  <dcterms:created xsi:type="dcterms:W3CDTF">2026-01-12T18:23:43Z</dcterms:created>
  <dcterms:modified xsi:type="dcterms:W3CDTF">2026-01-16T02:23:43Z</dcterms:modified>
</cp:coreProperties>
</file>